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Internationale handel, AIQ, overheidssaldo, en monetair beleid via de wisselkoers.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vaardigheden: twee berekeningen en twee redeneringen over internationale verbanden.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op de eenheden: werkenden in duizenden, loon in XCG. Het nationaal inkomen (Y = 5,45 mld) lees je af uit het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Gebruik de drieschotenbenadering. De overheid is niet in het model getekend, maar je kunt het saldo afleiden.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markten, drie verschuivingen. De link gaat via de productiekosten: hogere lonen → hogere kosten → aanbod verschuift.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wisselkoers is het transmissiekanaal. Lagere rente → minder vraag naar munt → depreciatie → effect op handelspartner.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A2B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Eilanden verbonden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Economie 2025 – Opgave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Centraal Examen VWO  |  Economie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Arbeidsinkomensquote (AIQ) berekenen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Overheidssaldo afleiden uit het macro-model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Loonkostenstijging doorvertalen naar drie markten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Monetair beleid via de wisselkoers analyseren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AIQ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5603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Arbeidsinkomen = aantal werkenden × loon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= 120.000 × 26.000 = 3,12 mld XCG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AIQ = arbeidsinkomen / nationaal inkomen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3,12 / 5,45 = 0,572 = 57,2%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Overheidssaldo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Macro-evenwicht: (S – I) + (B – O) = (E – 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(664 – 1.200) + (B – O) = (250 – 860)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–536 + (B – O) = –610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– O = –74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Overheidstekort van 74 miljoen XCG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Loonkosten stijgen: drie markten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naar arbeid stijgt → loonkosten stijgen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Arbeidsmarkt Curaçao: Qv naar rechts → loonniveau stijgt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Hogere loonkosten = hogere productiekosten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Goederen Curaçao: GA naar links → inflatie stijgt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Curaçao exporteert duurdere goederen naar Aruba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Goederen Aruba: GA naar links → inflatie Aruba stijgt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Monetair beleid via wisselkoers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Centrale bank Curaçao voert ruimer monetair beleid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Rente daalt op Curaçao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Buitenlandse beleggers vragen minder XCG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Wisselkoers XCG daalt (XCG wordt minder waard)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Arubaanse import uit Curaçao wordt goedkoper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Aruba importeert meer / exporteert minder → conjunctuur verslechtert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789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en aanbod verwarren op de arbeidsmarkt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arbeid stijgt (werkgevers willen meer werknemers). Het AANBOD verschuift niet.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 en van de curve verwarren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Loonkostenstijging = verschuiving VAN de aanbodcurve op de goederenmarkt, niet een beweging langs.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2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Wisselkoerseffect omdraaien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XCG daalt, wordt Curaçaose export goedkoper voor Aruba → meer import door Aruba.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AIQ = arbeidsinkomen / nationaal inkomen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Overheidssaldo via (S–I) + (B–O) = (E–M)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Loonkosten → productiekosten → GA verschuift op drie markten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Wisselkoersdaling → export goedkoper → handelseffect op partner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Opgave 4 Eilanden verbonden</dc:title>
  <dc:subject>PptxGenJS Presentation</dc:subject>
  <dc:creator>Economie VWO</dc:creator>
  <cp:lastModifiedBy>Economie VWO</cp:lastModifiedBy>
  <cp:revision>1</cp:revision>
  <dcterms:created xsi:type="dcterms:W3CDTF">2026-03-26T14:44:18Z</dcterms:created>
  <dcterms:modified xsi:type="dcterms:W3CDTF">2026-03-26T14:44:18Z</dcterms:modified>
</cp:coreProperties>
</file>