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Keynesiaans kruis, IS-MB model, groen bbp en output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moeilijkste opgave. Het IS-MB model en het Keynesiaans kruis komen samen.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effecten, twee aparte punten. Noem BEIDE: de autonome component én de marginale consumptiequote.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Groen bbp = bbp + milieuverbetering – milieuschade. Het hangt af van het SALDO van de milieueffecten.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helling van de IS-curve bepaalt de effectiviteit. Steiler = minder gevoelig voor rentewijzigingen.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Lees de evenwichtsrente af uit figuur 2: waar IS₁ de horizontale lijn Y* = 800 kruist.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het werkelijke inkomen stijgt, maar het potentiële inkomen DAALT naar het werkelijke niveau.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ontgroeien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Economie 2025 – Opgave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Centraal Examen VWO  |  Economie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Verandering in ligging én helling van de EV-curve uitleggen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bbp: wanneer stijgt of daalt het?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IS-curve helling en effectiviteit monetair beleid verbinden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Monetair beleid analyseren in het IS-MB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gap laten verdwijnen via potentieel inkomen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EV-curve: twee veranderingen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Ligging (naar beneden)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 consumptie daalt (400 → 360)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elk inkomen wordt minder geconsumeerd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EV-curve verschuift naar beneden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Helling (vlakker)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Marginale consumptiequote daalt (0,5 → 0,4)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elk extra inkomen wordt minder besteed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EV-curve wordt vlakker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bbp: twee kanten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bbp kan stijgen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overheidsbestedingen → hoger bbp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milieuverbetering ≥ milieuschade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stijgt het groen bbp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bbp kan dalen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overheidsbestedingen → hoger bbp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 als milieuschade &gt; bbp-stijging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daalt het groen bbp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IS-curve steiler → monetair beleid minder effectief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Gedragsverandering: mensen consumeren minder bij elke prikkel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IS-curve wordt steiler (minder gevoelig voor rente)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Centrale bank verlaagt de rente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Maar consumenten reageren minder sterk op lagere rente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Output gap neemt minder af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Monetair beleid is minder effectief geworden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Monetair beleid → oud evenwicht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IS₁ is steiler dan IS₀ door lagere consumptiequote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centrale bank verlaagt de rente (ruimer beleid)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MB-lijn verschuift omlaag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Bij r = 1% snijdt IS₁ de MB-lijn bij Y = 800 = Y*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Nieuwe reële evenwichtsrente = 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gap laten verdwijnen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 werken minder uren (sociale norm)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Productiecapaciteit / potentieel inkomen daalt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Y* daalt van 800 naar 600 miljard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Werkelijk inkomen = 600 = nieuw Y*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Output gap = Y – Y* = 0 → verdwenen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789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Ligging en helling door elkaar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Ligging = autonome component (intercept). Helling = marginale consumptiequote (rico). Noem BEIDE apart.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IS-curve helling verkeerd interpreteren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Steiler = minder gevoelig voor rente = monetair beleid minder effectief. Niet andersom.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2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gap: Y stijgt i.p.v. Y* daalt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zegt dat mensen MINDER willen werken. Dan daalt Y*, niet stijgt 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EV-curve: ligging (autonome C) + helling (marginale consumptiequote)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 bbp hangt af van saldo milieuverbetering vs. milieuschade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Steilere IS-curve = monetair beleid minder effectief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Evenwichtsrente aflezen: waar IS de MB snijdt bij Y*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gap verdwijnt als Y* daalt naar Y (niet andersom)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Opgave 5 Groen ontgroeien</dc:title>
  <dc:subject>PptxGenJS Presentation</dc:subject>
  <dc:creator>Economie VWO</dc:creator>
  <cp:lastModifiedBy>Economie VWO</cp:lastModifiedBy>
  <cp:revision>1</cp:revision>
  <dcterms:created xsi:type="dcterms:W3CDTF">2026-03-26T14:44:18Z</dcterms:created>
  <dcterms:modified xsi:type="dcterms:W3CDTF">2026-03-26T14:44:18Z</dcterms:modified>
</cp:coreProperties>
</file>