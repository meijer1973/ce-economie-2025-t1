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 opgave gaat over pensioenstelsels, de dekkingsgraad en het effect van inflatie en marktwerking op pensioenen.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Vijf vaardigheden, oplopend in moeilijkheid. De berekening van de dekkingsgraad (3p) is de lastigste.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verschil is cruciaal: bij het omslagstelsel betaal je voor een ander, bij kapitaaldekking spaar je voor jezelf.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een indirecte redenering. De sleutel: het aanvullend pensioen VUL AAN tot 70%. Als het staatspensioen stijgt, hoeft er minder aangevuld te worden.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Gebruik het stroomschema uit figuur 1 om de redenering te onderbouwen. De rente-verplichtingen link is de sleutel.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een 3-punts vraag. Stap 1: bereken het huidige vermogen via de oude dekkingsgraad. Stap 2: herbereken de contante waarde bij de nieuwe rente. Stap 3: deel en trek een conclusie.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Marktwerking werkt hier via de efficiëntie-route, niet via prijsconcurrentie op het product zelf.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berekeningsvraag (3p) is het moeilijkst. Veel leerlingen vergeten stap 1 (huidig vermogen berekenen uit de oude dekkingsgraad).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vijf de punten moeten leerlingen beheersen. De dekkingsgraad-berekening is het lastigst.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844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Concurreren met zekerheid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Economie 2025 – Opgave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Centraal Examen VWO  |  Economie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Omslagstelsel vs. kapitaaldekkingsstelsel onderscheiden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Intergenerationele ruil herkennen en uitleggen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van inflatie op waardevast staatspensioen doorrekenen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Dekkingsgraad berekenen met contante waarde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Marktwerking en premiedaling verbinden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pensioenstelsels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1089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Omslagstelsel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Huidige werkenden betalen voor huidige gepensioneerden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Intergenerationele ruil: generaties wisselen geld uit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Staatspensioen: waardevast (stijgt mee met inflatie)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108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Kapitaaldekkingsstelsel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spaart zelf voor je eigen pensioen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intergenerationele ruil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Aanvullend pensioen: niet waardevast (vast nominaal bedrag)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Inflatie → lagere premie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Inflatie stijgt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Staatspensioen is waardevast → staatspensioen stijgt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Aanvulling tot 70% brutoloon wordt kleiner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Pensioenfonds hoeft minder uit te keren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Premie voor aanvullend pensioen kan dalen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Inflatie → dekkingsgraad stijgt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Inflatie stijgt boven doelstelling centrale bank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Centrale bank verhoogt de rente (monetaire beleidsregel)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Hogere rente → lagere contante waarde toekomstige verplichtingen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Noemer van dekkingsgraad daalt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Dekkingsgraad = vermogen / verplichtingen × 100% stijgt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Dekkingsgraad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3474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Contante waarde (bij 1%) = 450 mld / (1,01)^25 = 350,9 mld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Huidig vermogen = 350,9 mld × 0,92 = 322,8 mld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Contante waarde (bij 2%) = 450 mld / (1,02)^25 = 274,3 mld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Dekkingsgraad = (322,8 / 274,3) × 100% = 117,7%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117,7% &gt; 100% → pensioenen beter betaalbaar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Marktwerking → lagere premie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kunnen wisselen van pensioenfonds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Concurrentie tussen pensioenfondsen ontstaat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Fondsen willen zo efficiënt mogelijk werken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Bedrijfskosten dalen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Lagere kosten worden doorberekend in lagere premie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Veelgemaakte fouten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7899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Intergenerationele ruil bij het verkeerde stelsel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3898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Alleen bij het omslagstelsel is er intergenerationele ruil. Bij kapitaaldekking spaar je voor jezelf.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5740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305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Contante waarde formule vergeten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44144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 = bedrag / (1 + r)^n. Vergeet niet de macht (^25). Gebruik een rekenmachine.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0896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821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Conclusie vergeten bij dekkingsgraad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4930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het berekenen moet je uitleggen WAT het betekent: &gt; 100% = pensioenen betaalbaar.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Omslagstelsel = intergenerationele ruil, kapitaaldekking = eigen spaarpot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Waardevast staatspensioen stijgt mee met inflatie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inflatie → hogere rente → lagere contante waarde → hogere dekkingsgraad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Dekkingsgraad = huidig vermogen / contante waarde verplichtingen × 100%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Marktwerking → efficiëntie → lagere bedrijfskosten → lagere premie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Opgave 2 Concurreren met zekerheid</dc:title>
  <dc:subject>PptxGenJS Presentation</dc:subject>
  <dc:creator>Economie VWO</dc:creator>
  <cp:lastModifiedBy>Economie VWO</cp:lastModifiedBy>
  <cp:revision>1</cp:revision>
  <dcterms:created xsi:type="dcterms:W3CDTF">2026-03-26T14:44:18Z</dcterms:created>
  <dcterms:modified xsi:type="dcterms:W3CDTF">2026-03-26T14:44:18Z</dcterms:modified>
</cp:coreProperties>
</file>