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Verzonken kosten, pay-off matrix, Nash-evenwicht en externe effecten.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Speltheorie en externe effecten. De pay-off matrix is de kern van deze opgave.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sleutel is of het goed alternatief aangewend kan worden. Grond heeft altijd een alternatief gebruik.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truc: gebruik de pay-off matrix om de winst te vinden, dan reken je terug naar de vaste kosten.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Twee Nash-evenwichten. Check per cel: als A wisselt, verdient A dan meer? Zo ja, geen Nash.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Bij afzetmaximalisatie is traditioneel de dominante strategie voor beide. De getallen uit de matrix bewijzen 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51D4A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8449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Groenten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926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Economie 2025 – Opgave 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4709160"/>
            <a:ext cx="78638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Centraal Examen VWO  |  Economie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moet je kunnen?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Verzonken kosten herkennen en uitleggen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Vaste kosten berekenen uit een pay-off matrix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Nash-evenwichten vinden bij winstmaximalisatie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Dominante strategieën bepalen bij afzetmaximalisatie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Externe effecten verbinden aan productiebeslissingen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Verzonken kosten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108960"/>
          </a:xfrm>
          <a:prstGeom prst="rect">
            <a:avLst/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310896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1430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zijn verzonken kosten?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Kosten die je niet meer kunt terugkrijgen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alternatieve aanwending mogelijk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Voorbeeld: reclamecampagne, R&amp;D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3108960"/>
          </a:xfrm>
          <a:prstGeom prst="rect">
            <a:avLst/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05840"/>
            <a:ext cx="54864" cy="31089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9" name="Text 7"/>
          <p:cNvSpPr/>
          <p:nvPr/>
        </p:nvSpPr>
        <p:spPr>
          <a:xfrm>
            <a:off x="4983480" y="11430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Biologische teelt?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983480" y="160020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grond wordt aangeschaft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Grond kan ook verkocht, verhuurd of anders gebruikt worden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Dus: GEEN verzonken kosten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Vaste kosten berekenen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4389120"/>
          </a:xfrm>
          <a:prstGeom prst="rect">
            <a:avLst/>
          </a:prstGeom>
          <a:solidFill>
            <a:srgbClr val="F7F8FA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54864" cy="43891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234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Boer B kiest biologisch, boer A traditioneel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Uit tabel 2: TO_B = 46.050 × €3,00 = €138.150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TVK_B = 46.050 × €1,00 = €46.050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TW_B = €75.000 (uit pay-off matrix)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063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520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TCK = TO – TVK – TW = 138.150 – 46.050 – 75.000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977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TCK = €17.100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4434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4892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Stijging = (17.100 – 14.250) / 14.250 × 100% = 20%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Nash-evenwichten vinden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05840"/>
          <a:ext cx="78638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303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Begrip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Betekenis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Nash-evenwicht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Geen speler kan eenzijdig verbeteren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Methode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cel: kan A of B verbeteren door te wisselen?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Traditioneel ; Traditioneel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€80.000 ; €80.000 → Nash (beiden kunnen niet verbeteren)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Biologisch ; Biologisch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€92.900 ; €92.900 → Nash (beiden kunnen niet verbeteren)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Gemengde cellen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Niet Nash: de traditionele speler wil wisselen naar biologisch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Afzetmaximalisatie → geen milieuwinst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71600" y="1188720"/>
            <a:ext cx="6400800" cy="502920"/>
          </a:xfrm>
          <a:prstGeom prst="rect">
            <a:avLst/>
          </a:prstGeom>
          <a:solidFill>
            <a:srgbClr val="1A527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554480" y="118872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Boeren maximaliseren afzet (niet winst)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371600" y="1801368"/>
            <a:ext cx="6400800" cy="502920"/>
          </a:xfrm>
          <a:prstGeom prst="rect">
            <a:avLst/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54480" y="1801368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Boer A: traditioneel 65.000 &gt; biologisch 46.050 → traditioneel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71600" y="2414016"/>
            <a:ext cx="6400800" cy="502920"/>
          </a:xfrm>
          <a:prstGeom prst="rect">
            <a:avLst/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554480" y="2414016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Boer B: traditioneel 70.000 &gt; biologisch 55.000 → traditioneel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71600" y="3026664"/>
            <a:ext cx="6400800" cy="502920"/>
          </a:xfrm>
          <a:prstGeom prst="rect">
            <a:avLst/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554480" y="3026664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Beide kiezen traditioneel (dominante strategie)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71600" y="3639312"/>
            <a:ext cx="6400800" cy="502920"/>
          </a:xfrm>
          <a:prstGeom prst="rect">
            <a:avLst/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554480" y="3639312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Traditionele teelt = milieuschade blijft bestaan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371600" y="4251960"/>
            <a:ext cx="6400800" cy="502920"/>
          </a:xfrm>
          <a:prstGeom prst="rect">
            <a:avLst/>
          </a:prstGeom>
          <a:solidFill>
            <a:srgbClr val="1A527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554480" y="425196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Negatieve externe effecten dalen NIET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Veelgemaakte fouten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solidFill>
            <a:srgbClr val="FDE8E8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05840"/>
            <a:ext cx="54864" cy="91440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078992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Nash-evenwicht verwarren met optimaal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1389888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Nash = stabiel (niemand wil afwijken). Het hoeft niet de beste uitkomst te zijn voor beide.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057400"/>
            <a:ext cx="7863840" cy="914400"/>
          </a:xfrm>
          <a:prstGeom prst="rect">
            <a:avLst/>
          </a:prstGeom>
          <a:solidFill>
            <a:srgbClr val="FDE8E8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057400"/>
            <a:ext cx="54864" cy="91440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130552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Verkeerde getallen uit de matrix lezen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2441448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van de puntkomma = boer A, rechts = boer B. Lees de juiste boer bij de juiste strategie.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108960"/>
            <a:ext cx="7863840" cy="914400"/>
          </a:xfrm>
          <a:prstGeom prst="rect">
            <a:avLst/>
          </a:prstGeom>
          <a:solidFill>
            <a:srgbClr val="FDE8E8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3108960"/>
            <a:ext cx="54864" cy="91440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182112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Conclusie over externe effecten vergeten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3493008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moet expliciet zeggen: traditionele teelt → milieuschade → externe effecten dalen NIET.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Beheers je dit voordat je gaat oefenen?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Verzonken kosten = niet terugvorderbaar (grond is dat niet)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TCK = TO – TVK – TW (gebruik de pay-off matrix voor TW)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Nash-evenwicht: geen speler kan eenzijdig verbeteren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Bij afzetmaximalisatie: traditioneel is dominante strategie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Negatieve externe effecten dalen niet als beide traditioneel kiezen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51D4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Opgave 6 Groenten</dc:title>
  <dc:subject>PptxGenJS Presentation</dc:subject>
  <dc:creator>Economie VWO</dc:creator>
  <cp:lastModifiedBy>Economie VWO</cp:lastModifiedBy>
  <cp:revision>1</cp:revision>
  <dcterms:created xsi:type="dcterms:W3CDTF">2026-03-26T14:44:18Z</dcterms:created>
  <dcterms:modified xsi:type="dcterms:W3CDTF">2026-03-26T14:44:18Z</dcterms:modified>
</cp:coreProperties>
</file>