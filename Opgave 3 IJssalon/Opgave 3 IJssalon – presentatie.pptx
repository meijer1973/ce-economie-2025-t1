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Monopolie, winstberekening, MO=MK, gevangenendilemma en zelfbinding.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 berekening naar speltheorie. De 4-punts vraag over doorberekening is de zwaarste.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Stap voor stap: eerst Q uitrekenen bij de gegeven prijs, dan TK, dan GTK, dan GO – GTK.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een 4-staps berekening. Elke stap levert 1 punt op. De doorberekening is dan: (Pnieuw – Poud) / kostenstijging ×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Slechts 40% van de kostenstijging wordt doorberekend. Een monopolist kan niet alles doorberekenen omdat de vraag daalt.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gevangenendilemma ontstaat OMDAT de ijsjes perfecte substituten zijn. Bij heterogene producten zou dit niet zo sterk spelen.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Zelfbinding = je bindt jezelf aan een strategie zodat de ander zijn gedrag aanpast. De advertentie is geloofwaardig omdat hij openbaar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rekenfouten bij MO/MK kosten de meeste punten. Oefen het afleiden van functies.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berekeningen (Q12, Q14) en de speltheorie (Q15, Q16) zijn allebei belangrijk.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7E2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IJssalon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Economie 2025 – Opgave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Centraal Examen VWO  |  Economie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per eenheid berekenen bij een monopolist (GO – GTK)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MO- en MK-functie afleiden en gelijkstellen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Doorberekening van kostenstijging in procenten berekenen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Gevangenendilemma herkennen bij perfecte substituten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Zelfbinding als strategisch instrument uitleggen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per ijsje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Gegeven: Qv = –50P + 210,  TK = 0,005Q² + 1,2Q + 30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Bij P = €3:  Q = –50(3) + 210 = 60 (duizend)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 = 0,005(60)² + 1,2(60) + 30 = 120 (duizend)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 = TK / Q = 120.000 / 60.000 = €2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Winst per ijsje = GO – GTK = €3 – €2 = €1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MK: de rekenroute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Stel de nieuwe kostenfunctie op (TK + 0,25Q)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Stap 2: Leid MK af (= afgeleide van TK)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Stap 3: Schrijf de vraaglijn om naar P = f(Q)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Stap 4: Bereken TO = P × Q, leid MO af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Stap 5: Stel MO = MK, los Q op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251960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4251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Stap 6: Bereken de nieuwe prijs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Doorberekening variabele kosten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3474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MK_nieuw = 0,01Q + 1,45  (was: 0,01Q + 1,2)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–0,04Q + 4,2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MK → –0,04Q + 4,2 = 0,01Q + 1,45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55,  P_nieuw = –0,02(55) + 4,2 = €3,10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Doorberekening = (3,10 – 3,00) / 0,25 × 100% = 40%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Gevangenendilemma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108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het ontstaat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IJsjes zijn perfecte substituten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 kiezen alleen op prijs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salons willen net iets goedkoper zijn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Dominante strategie: prijs verlagen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10896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43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het een dilemma 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6002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Beide verlagen → lagere winst voor allebei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Samenwerken zou beter zijn, maar niet stabiel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Suboptimale uitkomst door eigen belang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Zelfbinding: prijzenoorlog voorkomen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54480" y="11887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plaatst advertentie: vaste prijs + laagsteprijsgarantie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801368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80136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Als Orso Bianco de prijs verlaagt → Guarda volgt automatisch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414016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241401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Orso Bianco weet dit van tevoren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026664"/>
            <a:ext cx="6400800" cy="502920"/>
          </a:xfrm>
          <a:prstGeom prst="rect">
            <a:avLst/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302666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Prijsverlaging leidt tot omzetdaling voor Orso Bianco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639312"/>
            <a:ext cx="6400800" cy="502920"/>
          </a:xfrm>
          <a:prstGeom prst="rect">
            <a:avLst/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363931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Orso Bianco heeft geen prikkel om prijs te verlagen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Veelgemaakte 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7899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en GTK verwarren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898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= gemiddelde opbrengst = prijs. GTK = TK/Q. Winst per stuk = GO – GTK, niet TO – TK.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5740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3055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of MK verkeerd afleiden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414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afgeleide van TO (niet van P!). Schrijf eerst TO = P × Q uit, dan differentiëren.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108960"/>
            <a:ext cx="54864" cy="9144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8211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Gevangenendilemma zonder perfecte substituten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49300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dilemma ontstaat juist OMDAT consumenten alleen op prijs letten. Zonder perfecte substituten is er productdifferentiatie.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per stuk = GO – GTK (niet totale winst!)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 voor optimale afzet bij monopolie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Doorberekening = (Pnieuw – Poud) / kostenstijging per stuk × 100%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Gevangenendilemma: dominante strategie leidt tot suboptimaal resultaat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Zelfbinding maakt je strategie geloofwaardig voor de concurrent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Opgave 3 IJssalon</dc:title>
  <dc:subject>PptxGenJS Presentation</dc:subject>
  <dc:creator>Economie VWO</dc:creator>
  <cp:lastModifiedBy>Economie VWO</cp:lastModifiedBy>
  <cp:revision>1</cp:revision>
  <dcterms:created xsi:type="dcterms:W3CDTF">2026-03-26T14:44:18Z</dcterms:created>
  <dcterms:modified xsi:type="dcterms:W3CDTF">2026-03-26T14:44:18Z</dcterms:modified>
</cp:coreProperties>
</file>